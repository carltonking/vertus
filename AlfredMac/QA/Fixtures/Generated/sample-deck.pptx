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Alfred QA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This deck verifies selected PPTX reading.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Expected Behavior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Alfred reads slide text only after an explicit request.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Privacy Assertion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Extracted slide text is not persisted.</a:t>
            </a:r>
          </a:p>
        </p:txBody>
      </p:sp>
    </p:spTree>
  </p:cSld>
</p:sld>
</file>

<file path=ppt/theme/theme1.xml><?xml version="1.0" encoding="utf-8"?>
<a:theme xmlns:a="http://schemas.openxmlformats.org/drawingml/2006/main" name="Alfred QA"/>
</file>